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KOHLER SYNERGY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77772"/>
                </a:solidFill>
              </a:rPr>
              <a:t>UNIFIED ENTERPRISE AI AGENT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KOHLER SYNERGY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5B"/>
                </a:solidFill>
              </a:rPr>
              <a:t>An adaptive enterprise AI layer for knowledge, actions, memory and governed workflows.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</a:rPr>
              <a:t>FROM CHATBOT TO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5786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Understand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75104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8883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3172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Retrieve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75304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888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41064" y="2578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578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8883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5786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Verify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43800" y="2048256"/>
            <a:ext cx="3886200" cy="192024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2350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D9D4"/>
                </a:solidFill>
              </a:rPr>
              <a:t>Prototype demonstrates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5552" y="2706624"/>
            <a:ext cx="3017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Knowledge retrieval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Warranty intelligence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Tool-based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Human approval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Persistent conversations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Audit activity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" y="333756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337560"/>
            <a:ext cx="73152" cy="1664208"/>
          </a:xfrm>
          <a:prstGeom prst="rect">
            <a:avLst/>
          </a:prstGeom>
          <a:solidFill>
            <a:srgbClr val="6A6A66"/>
          </a:solidFill>
          <a:ln w="12700">
            <a:solidFill>
              <a:srgbClr val="6A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838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Customer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813048"/>
            <a:ext cx="3063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Grounded troubleshooting, warranty answers and support-ticket actions.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33756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337560"/>
            <a:ext cx="73152" cy="1664208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34838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Enterprise workflows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53128" y="3813048"/>
            <a:ext cx="3063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A common agent layer over tools, connectors, memory and approval policies.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82128" y="4224528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4224528"/>
            <a:ext cx="73152" cy="166420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43708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Governed automation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83296" y="4700016"/>
            <a:ext cx="3063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Low-risk actions can execute; high-risk actions pause for human approval.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77772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One orchestration layer, shared capabilities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5B"/>
                </a:solidFill>
              </a:rPr>
              <a:t>The model provider can change without redesigning the business-action layer.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57400"/>
            <a:ext cx="73152" cy="86868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User /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Streamlit workspace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3240" y="20574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057400"/>
            <a:ext cx="73152" cy="86868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2203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Synergy Orchestrator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2532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Intent • tools • state • execution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20574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057400"/>
            <a:ext cx="73152" cy="868680"/>
          </a:xfrm>
          <a:prstGeom prst="rect">
            <a:avLst/>
          </a:prstGeom>
          <a:solidFill>
            <a:srgbClr val="6A6A66"/>
          </a:solidFill>
          <a:ln w="12700">
            <a:solidFill>
              <a:srgbClr val="6A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22037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LLM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07608" y="2532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Primary + fallback provider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8432" y="205740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2057400"/>
            <a:ext cx="73152" cy="86868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2037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Policy + Audit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532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Risk gate • approval • trace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79776" y="2926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8A85"/>
                </a:solidFill>
              </a:rPr>
              <a:t>↓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601968" y="2926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8A85"/>
                </a:solidFill>
              </a:rPr>
              <a:t>↓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58368" y="340156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401568"/>
            <a:ext cx="73152" cy="114300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547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Knowledge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" y="38770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ChromaDB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Semantic retrieval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Versioned documents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340156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401568"/>
            <a:ext cx="73152" cy="1143000"/>
          </a:xfrm>
          <a:prstGeom prst="rect">
            <a:avLst/>
          </a:prstGeom>
          <a:solidFill>
            <a:srgbClr val="6A6A66"/>
          </a:solidFill>
          <a:ln w="12700">
            <a:solidFill>
              <a:srgbClr val="6A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547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Tools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47288" y="38770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Warranty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Tickets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Documents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33872" y="340156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33872" y="3401568"/>
            <a:ext cx="73152" cy="114300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547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Connectors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38770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Mock enterprise adapters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Production-swappable interfaces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421624" y="3401568"/>
            <a:ext cx="303580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21624" y="3401568"/>
            <a:ext cx="73152" cy="114300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22792" y="354787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State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22792" y="3877056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Conversation persistence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Episodic 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Audit log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73552" y="49560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77772"/>
                </a:solidFill>
              </a:rPr>
              <a:t>MODEL-INDEPENDENT BUSINESS LOGIC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73552" y="52852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</a:rPr>
              <a:t>Same tools → same policy → same connectors → same audit trail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77772"/>
                </a:solidFill>
              </a:rPr>
              <a:t>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Designed for enterprise behavior, not scripted replies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5B"/>
                </a:solidFill>
              </a:rPr>
              <a:t>The prototype combines adaptive responses with deterministic controls.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73152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12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Self-updating knowledge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Document → AI category suggestion → approval → versioning → semantic index.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75304" y="196596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304" y="1965960"/>
            <a:ext cx="73152" cy="1051560"/>
          </a:xfrm>
          <a:prstGeom prst="rect">
            <a:avLst/>
          </a:prstGeom>
          <a:solidFill>
            <a:srgbClr val="6A6A66"/>
          </a:solidFill>
          <a:ln w="12700">
            <a:solidFill>
              <a:srgbClr val="6A6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112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Human-in-the-loop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6472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Risk policy separates read-only, low-risk and high-risk actions.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965960"/>
            <a:ext cx="27249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965960"/>
            <a:ext cx="73152" cy="105156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1122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Selective orchestration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4414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Manager/worker delegation is reserved for complex cross-domain work.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00032" y="196596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00032" y="1965960"/>
            <a:ext cx="73152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1122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Persistent chat + selective episodic memory.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401568"/>
            <a:ext cx="73152" cy="105156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Evidence-aware answers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" y="3877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Knowledge retrieval and tool results become evidence for response generation.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75304" y="3401568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75304" y="3401568"/>
            <a:ext cx="73152" cy="1051560"/>
          </a:xfrm>
          <a:prstGeom prst="rect">
            <a:avLst/>
          </a:prstGeom>
          <a:solidFill>
            <a:srgbClr val="6A6A66"/>
          </a:solidFill>
          <a:ln w="12700">
            <a:solidFill>
              <a:srgbClr val="6A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Adaptive UX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76472" y="3877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Response structure changes with the request instead of forcing one template.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3401568"/>
            <a:ext cx="27249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401568"/>
            <a:ext cx="73152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354787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Provider resilience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93408" y="387705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Gemini primary with an OpenRouter fallback layer in the prototype.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00032" y="340156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3401568"/>
            <a:ext cx="73152" cy="1051560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3547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Auditability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0" y="38770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Observable Agent Activity captures actions and results without exposing private reasoning.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77772"/>
                </a:solidFill>
              </a:rPr>
              <a:t>KEY PRINCIPLE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" y="5184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AI decides what is useful; deterministic software decides what is allowed.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77772"/>
                </a:solidFill>
              </a:rPr>
              <a:t>IMPACT +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From customer support to a broader enterprise AI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5B"/>
                </a:solidFill>
              </a:rPr>
              <a:t>The same foundation can expand across workflows once production connectors are attached.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54203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73152" cy="1115568"/>
          </a:xfrm>
          <a:prstGeom prst="rect">
            <a:avLst/>
          </a:prstGeom>
          <a:solidFill>
            <a:srgbClr val="6A6A66"/>
          </a:solidFill>
          <a:ln w="12700">
            <a:solidFill>
              <a:srgbClr val="6A6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122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Customer 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441448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Issue triage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Warranty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Ticket workflows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4203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965960"/>
            <a:ext cx="73152" cy="1115568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1122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Facilities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2441448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Maintenance dispatch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Smart-facility monitoring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Sustainability workflows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08192" y="1965960"/>
            <a:ext cx="254203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1965960"/>
            <a:ext cx="73152" cy="111556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122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Enterprise 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Policies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Projects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Finance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Compliance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33104" y="1965960"/>
            <a:ext cx="262432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33104" y="1965960"/>
            <a:ext cx="73152" cy="1115568"/>
          </a:xfrm>
          <a:prstGeom prst="rect">
            <a:avLst/>
          </a:prstGeom>
          <a:solidFill>
            <a:srgbClr val="777772"/>
          </a:solidFill>
          <a:ln w="12700">
            <a:solidFill>
              <a:srgbClr val="7777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211226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Future connectors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34272" y="2441448"/>
            <a:ext cx="22585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ServiceNow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Salesforce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Gmail / Outlook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5B57"/>
                </a:solidFill>
              </a:rPr>
              <a:t>Jira / Teams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3520440"/>
            <a:ext cx="10799064" cy="11887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D9D4"/>
                </a:solidFill>
              </a:rPr>
              <a:t>Prototype boundary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79776" y="3730752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Synthetic enterprise data and mock connectors are used for the working prototype; production adapters can replace them without changing the core agent policy/tool architecture.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5230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77772"/>
                </a:solidFill>
              </a:rPr>
              <a:t>KOHLER SYNERGY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51846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</a:rPr>
              <a:t>One adaptive AI layer. Many enterprise workflows.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KOHLER Synergy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KOHLER Synergy</dc:title>
  <dc:subject>KOHLER Synergy - Unified Enterprise AI Agent</dc:subject>
  <dc:creator>KOHLER Synergy</dc:creator>
  <cp:lastModifiedBy>KOHLER Synergy</cp:lastModifiedBy>
  <cp:revision>1</cp:revision>
  <dcterms:created xsi:type="dcterms:W3CDTF">2026-09-20T17:49:00Z</dcterms:created>
  <dcterms:modified xsi:type="dcterms:W3CDTF">2026-09-20T17:49:00Z</dcterms:modified>
</cp:coreProperties>
</file>